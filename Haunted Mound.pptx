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946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9278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706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55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050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567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531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81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11913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358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363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A1537-831C-41D5-8222-AD490C2C0B3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EC045-388E-4708-ABF3-00C4FDA6F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929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C5D1-989E-00D0-B8E9-73ABC01B8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945426">
            <a:off x="4680154" y="17728"/>
            <a:ext cx="9144000" cy="2387600"/>
          </a:xfrm>
        </p:spPr>
        <p:txBody>
          <a:bodyPr/>
          <a:lstStyle/>
          <a:p>
            <a:r>
              <a:rPr lang="cs-CZ" dirty="0" err="1"/>
              <a:t>Haunted</a:t>
            </a:r>
            <a:r>
              <a:rPr lang="cs-CZ" dirty="0"/>
              <a:t> </a:t>
            </a:r>
            <a:r>
              <a:rPr lang="cs-CZ" dirty="0" err="1"/>
              <a:t>Mound</a:t>
            </a:r>
            <a:endParaRPr lang="cs-C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A2FA4-0289-CADB-44D9-6D7D620E0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0850">
            <a:off x="1860711" y="1026180"/>
            <a:ext cx="5551763" cy="56468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815758-6BA4-607C-35E1-3C8782CD46FA}"/>
              </a:ext>
            </a:extLst>
          </p:cNvPr>
          <p:cNvSpPr txBox="1"/>
          <p:nvPr/>
        </p:nvSpPr>
        <p:spPr>
          <a:xfrm>
            <a:off x="8775290" y="4498258"/>
            <a:ext cx="1505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Ondřej Lampa</a:t>
            </a:r>
          </a:p>
        </p:txBody>
      </p:sp>
    </p:spTree>
    <p:extLst>
      <p:ext uri="{BB962C8B-B14F-4D97-AF65-F5344CB8AC3E}">
        <p14:creationId xmlns:p14="http://schemas.microsoft.com/office/powerpoint/2010/main" val="203573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3919E0-D005-D430-E385-7B99DBC21584}"/>
              </a:ext>
            </a:extLst>
          </p:cNvPr>
          <p:cNvSpPr txBox="1"/>
          <p:nvPr/>
        </p:nvSpPr>
        <p:spPr>
          <a:xfrm>
            <a:off x="1076632" y="1047135"/>
            <a:ext cx="3981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000" b="1" dirty="0"/>
              <a:t>Obsah prezentace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B5C74-BCD9-0F73-2814-689317E6ADD8}"/>
              </a:ext>
            </a:extLst>
          </p:cNvPr>
          <p:cNvSpPr txBox="1"/>
          <p:nvPr/>
        </p:nvSpPr>
        <p:spPr>
          <a:xfrm>
            <a:off x="1489298" y="2134567"/>
            <a:ext cx="2825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Proč </a:t>
            </a:r>
            <a:r>
              <a:rPr lang="cs-CZ" sz="2000" dirty="0" err="1"/>
              <a:t>Haunted</a:t>
            </a:r>
            <a:r>
              <a:rPr lang="cs-CZ" sz="2000" dirty="0"/>
              <a:t> </a:t>
            </a:r>
            <a:r>
              <a:rPr lang="cs-CZ" sz="2000" dirty="0" err="1"/>
              <a:t>Mound</a:t>
            </a:r>
            <a:r>
              <a:rPr lang="cs-CZ" sz="20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C762C-B685-5DB1-DFAE-7D0E2AC58E4C}"/>
              </a:ext>
            </a:extLst>
          </p:cNvPr>
          <p:cNvSpPr txBox="1"/>
          <p:nvPr/>
        </p:nvSpPr>
        <p:spPr>
          <a:xfrm>
            <a:off x="1489298" y="2730735"/>
            <a:ext cx="1795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Cíle projektu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7B503-F964-A5B0-777A-26B163E19C05}"/>
              </a:ext>
            </a:extLst>
          </p:cNvPr>
          <p:cNvSpPr txBox="1"/>
          <p:nvPr/>
        </p:nvSpPr>
        <p:spPr>
          <a:xfrm>
            <a:off x="1498333" y="3278060"/>
            <a:ext cx="2521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Využité technologie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2E36E6-E65B-073D-8DBF-9AF4347DE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26180">
            <a:off x="6777798" y="881469"/>
            <a:ext cx="4111998" cy="50950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92B8C7-ED36-D583-31B2-419DBA61D993}"/>
              </a:ext>
            </a:extLst>
          </p:cNvPr>
          <p:cNvSpPr txBox="1"/>
          <p:nvPr/>
        </p:nvSpPr>
        <p:spPr>
          <a:xfrm>
            <a:off x="1489298" y="5005008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Budoucí cíle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E88C53-12B2-8E35-6CA4-216620FF6435}"/>
              </a:ext>
            </a:extLst>
          </p:cNvPr>
          <p:cNvSpPr txBox="1"/>
          <p:nvPr/>
        </p:nvSpPr>
        <p:spPr>
          <a:xfrm>
            <a:off x="1498333" y="3874228"/>
            <a:ext cx="1493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Ukázka hry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E229A-C8B8-A273-3EDD-2B22B19C32FB}"/>
              </a:ext>
            </a:extLst>
          </p:cNvPr>
          <p:cNvSpPr txBox="1"/>
          <p:nvPr/>
        </p:nvSpPr>
        <p:spPr>
          <a:xfrm>
            <a:off x="1502885" y="4439618"/>
            <a:ext cx="251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 </a:t>
            </a:r>
            <a:r>
              <a:rPr lang="en-GB" dirty="0" err="1"/>
              <a:t>jsem</a:t>
            </a:r>
            <a:r>
              <a:rPr lang="en-GB" dirty="0"/>
              <a:t> </a:t>
            </a:r>
            <a:r>
              <a:rPr lang="en-GB" dirty="0" err="1"/>
              <a:t>zm</a:t>
            </a:r>
            <a:r>
              <a:rPr lang="cs-CZ" dirty="0" err="1"/>
              <a:t>ěnil</a:t>
            </a:r>
            <a:r>
              <a:rPr lang="cs-CZ" dirty="0"/>
              <a:t>/přidal</a:t>
            </a:r>
          </a:p>
        </p:txBody>
      </p:sp>
    </p:spTree>
    <p:extLst>
      <p:ext uri="{BB962C8B-B14F-4D97-AF65-F5344CB8AC3E}">
        <p14:creationId xmlns:p14="http://schemas.microsoft.com/office/powerpoint/2010/main" val="73788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29359-6DF4-1A0A-2F14-7EA2FC993D05}"/>
              </a:ext>
            </a:extLst>
          </p:cNvPr>
          <p:cNvSpPr txBox="1"/>
          <p:nvPr/>
        </p:nvSpPr>
        <p:spPr>
          <a:xfrm rot="21096971">
            <a:off x="1097810" y="1224116"/>
            <a:ext cx="49731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000" b="1" dirty="0"/>
              <a:t>Proč </a:t>
            </a:r>
            <a:r>
              <a:rPr lang="cs-CZ" sz="4000" b="1" dirty="0" err="1"/>
              <a:t>Haunted</a:t>
            </a:r>
            <a:r>
              <a:rPr lang="cs-CZ" sz="4000" b="1" dirty="0"/>
              <a:t> </a:t>
            </a:r>
            <a:r>
              <a:rPr lang="cs-CZ" sz="4000" b="1" dirty="0" err="1"/>
              <a:t>Mound</a:t>
            </a:r>
            <a:r>
              <a:rPr lang="cs-CZ" sz="4000" b="1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3C905-F68C-195B-59E6-D8A714542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83768">
            <a:off x="1205260" y="3114903"/>
            <a:ext cx="4548157" cy="2632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A17CA6-F012-E662-5B1F-F3038A433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95938">
            <a:off x="6156775" y="1392129"/>
            <a:ext cx="6742026" cy="25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1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91589-1B67-DE39-2E60-879CB1DDDF6F}"/>
              </a:ext>
            </a:extLst>
          </p:cNvPr>
          <p:cNvSpPr txBox="1"/>
          <p:nvPr/>
        </p:nvSpPr>
        <p:spPr>
          <a:xfrm>
            <a:off x="1312606" y="914400"/>
            <a:ext cx="28977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000" b="1" dirty="0"/>
              <a:t>Cíle projektu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3255A-60BD-EF5B-141D-179579CCCB13}"/>
              </a:ext>
            </a:extLst>
          </p:cNvPr>
          <p:cNvSpPr txBox="1"/>
          <p:nvPr/>
        </p:nvSpPr>
        <p:spPr>
          <a:xfrm>
            <a:off x="1415845" y="2462981"/>
            <a:ext cx="2603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Vytvoření 2D Unity hry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06A30-7D6A-90A5-EB09-80E21659269E}"/>
              </a:ext>
            </a:extLst>
          </p:cNvPr>
          <p:cNvSpPr txBox="1"/>
          <p:nvPr/>
        </p:nvSpPr>
        <p:spPr>
          <a:xfrm>
            <a:off x="1415845" y="3244334"/>
            <a:ext cx="4227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Vytvoření animací a zakomponování jich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AD8EF-E2DE-3EB9-2A21-8AA117D35E82}"/>
              </a:ext>
            </a:extLst>
          </p:cNvPr>
          <p:cNvSpPr txBox="1"/>
          <p:nvPr/>
        </p:nvSpPr>
        <p:spPr>
          <a:xfrm>
            <a:off x="1415845" y="4025687"/>
            <a:ext cx="4443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Více levelů a každý s </a:t>
            </a:r>
            <a:r>
              <a:rPr lang="cs-CZ" dirty="0" err="1"/>
              <a:t>uníkátními</a:t>
            </a:r>
            <a:r>
              <a:rPr lang="cs-CZ" dirty="0"/>
              <a:t> funkcemi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9103C-7D10-23F6-BA98-1653D6DA1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29263">
            <a:off x="7016433" y="713171"/>
            <a:ext cx="4040290" cy="27598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22C4C9-0B0D-7C17-8120-ACECB861F82E}"/>
              </a:ext>
            </a:extLst>
          </p:cNvPr>
          <p:cNvSpPr txBox="1"/>
          <p:nvPr/>
        </p:nvSpPr>
        <p:spPr>
          <a:xfrm>
            <a:off x="1415845" y="4807040"/>
            <a:ext cx="5274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Uis</a:t>
            </a:r>
            <a:r>
              <a:rPr lang="cs-CZ" dirty="0"/>
              <a:t> jako </a:t>
            </a:r>
            <a:r>
              <a:rPr lang="cs-CZ" dirty="0" err="1"/>
              <a:t>main</a:t>
            </a:r>
            <a:r>
              <a:rPr lang="cs-CZ" dirty="0"/>
              <a:t> menu, </a:t>
            </a:r>
            <a:r>
              <a:rPr lang="cs-CZ" dirty="0" err="1"/>
              <a:t>bossfight</a:t>
            </a:r>
            <a:r>
              <a:rPr lang="cs-CZ" dirty="0"/>
              <a:t> </a:t>
            </a:r>
            <a:r>
              <a:rPr lang="cs-CZ" dirty="0" err="1"/>
              <a:t>screen</a:t>
            </a:r>
            <a:r>
              <a:rPr lang="cs-CZ" dirty="0"/>
              <a:t>, </a:t>
            </a:r>
            <a:r>
              <a:rPr lang="cs-CZ" dirty="0" err="1"/>
              <a:t>death</a:t>
            </a:r>
            <a:r>
              <a:rPr lang="cs-CZ" dirty="0"/>
              <a:t> </a:t>
            </a:r>
            <a:r>
              <a:rPr lang="cs-CZ" dirty="0" err="1"/>
              <a:t>screen</a:t>
            </a:r>
            <a:endParaRPr lang="cs-CZ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517B65-1BA4-19B4-07C2-E38DC21C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85343">
            <a:off x="7283633" y="3535235"/>
            <a:ext cx="4473067" cy="2623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7D594F-AC5F-A1A3-1C71-4CFF1928540D}"/>
              </a:ext>
            </a:extLst>
          </p:cNvPr>
          <p:cNvSpPr txBox="1"/>
          <p:nvPr/>
        </p:nvSpPr>
        <p:spPr>
          <a:xfrm>
            <a:off x="1415845" y="5486400"/>
            <a:ext cx="4637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Vytvoření databáze pro uložení dat o hráčích</a:t>
            </a:r>
          </a:p>
        </p:txBody>
      </p:sp>
    </p:spTree>
    <p:extLst>
      <p:ext uri="{BB962C8B-B14F-4D97-AF65-F5344CB8AC3E}">
        <p14:creationId xmlns:p14="http://schemas.microsoft.com/office/powerpoint/2010/main" val="203831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B58AEA-7D92-847C-92CB-A5A13AC6EFBB}"/>
              </a:ext>
            </a:extLst>
          </p:cNvPr>
          <p:cNvSpPr txBox="1"/>
          <p:nvPr/>
        </p:nvSpPr>
        <p:spPr>
          <a:xfrm>
            <a:off x="1489587" y="1106129"/>
            <a:ext cx="43775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000" b="1" dirty="0"/>
              <a:t>Využité technologie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DEBE2-7FC5-883E-0BED-8DF15F5BF6D1}"/>
              </a:ext>
            </a:extLst>
          </p:cNvPr>
          <p:cNvSpPr txBox="1"/>
          <p:nvPr/>
        </p:nvSpPr>
        <p:spPr>
          <a:xfrm>
            <a:off x="1489587" y="2846439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Unity </a:t>
            </a:r>
            <a:r>
              <a:rPr lang="cs-CZ" dirty="0" err="1"/>
              <a:t>engine</a:t>
            </a:r>
            <a:endParaRPr 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636D8-A8A7-B63D-3452-622086B43857}"/>
              </a:ext>
            </a:extLst>
          </p:cNvPr>
          <p:cNvSpPr txBox="1"/>
          <p:nvPr/>
        </p:nvSpPr>
        <p:spPr>
          <a:xfrm>
            <a:off x="1489587" y="3457564"/>
            <a:ext cx="179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C# skriptování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BD538-EFB2-7633-572D-417EEA434F02}"/>
              </a:ext>
            </a:extLst>
          </p:cNvPr>
          <p:cNvSpPr txBox="1"/>
          <p:nvPr/>
        </p:nvSpPr>
        <p:spPr>
          <a:xfrm>
            <a:off x="1489587" y="4063529"/>
            <a:ext cx="3847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Krita</a:t>
            </a:r>
            <a:r>
              <a:rPr lang="cs-CZ" dirty="0"/>
              <a:t> (na vytvoření některých spritů)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239C4-AF23-E654-D0AF-7F9DDA1067E6}"/>
              </a:ext>
            </a:extLst>
          </p:cNvPr>
          <p:cNvSpPr txBox="1"/>
          <p:nvPr/>
        </p:nvSpPr>
        <p:spPr>
          <a:xfrm>
            <a:off x="1489587" y="4674654"/>
            <a:ext cx="116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VScode</a:t>
            </a:r>
            <a:endParaRPr lang="cs-C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6581FF-2030-74CA-0404-740DEC1A2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76985">
            <a:off x="6586665" y="658518"/>
            <a:ext cx="4626077" cy="2764492"/>
          </a:xfrm>
          <a:prstGeom prst="rect">
            <a:avLst/>
          </a:prstGeom>
        </p:spPr>
      </p:pic>
      <p:pic>
        <p:nvPicPr>
          <p:cNvPr id="1028" name="Picture 4" descr="Getting started with Krita (1/3) - David Revoy">
            <a:extLst>
              <a:ext uri="{FF2B5EF4-FFF2-40B4-BE49-F238E27FC236}">
                <a16:creationId xmlns:a16="http://schemas.microsoft.com/office/drawing/2014/main" id="{A23071C4-F00C-3B3F-D76B-BEAD26DC6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5968">
            <a:off x="6336004" y="3580528"/>
            <a:ext cx="4873196" cy="273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388CC0-A1B6-F194-87F7-68C1BE533B60}"/>
              </a:ext>
            </a:extLst>
          </p:cNvPr>
          <p:cNvSpPr txBox="1"/>
          <p:nvPr/>
        </p:nvSpPr>
        <p:spPr>
          <a:xfrm>
            <a:off x="1489587" y="5285779"/>
            <a:ext cx="1262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Firebase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39036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4D56C4-A5A7-5ED5-62CF-1D698DF5C9E2}"/>
              </a:ext>
            </a:extLst>
          </p:cNvPr>
          <p:cNvSpPr txBox="1"/>
          <p:nvPr/>
        </p:nvSpPr>
        <p:spPr>
          <a:xfrm>
            <a:off x="4446494" y="1389529"/>
            <a:ext cx="27574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000" b="1" dirty="0"/>
              <a:t>Budoucí cíle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CA22F-4B1C-E26B-B8FA-E3DBA17662BA}"/>
              </a:ext>
            </a:extLst>
          </p:cNvPr>
          <p:cNvSpPr txBox="1"/>
          <p:nvPr/>
        </p:nvSpPr>
        <p:spPr>
          <a:xfrm>
            <a:off x="1590409" y="2994212"/>
            <a:ext cx="2398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Přidat více kontentu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67232-13F7-C8F8-7ED0-1FB7DA004B79}"/>
              </a:ext>
            </a:extLst>
          </p:cNvPr>
          <p:cNvSpPr txBox="1"/>
          <p:nvPr/>
        </p:nvSpPr>
        <p:spPr>
          <a:xfrm>
            <a:off x="1590409" y="3520363"/>
            <a:ext cx="347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Vytvořit svůj vlastní soundtrack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12EAB-0481-C975-3547-E3877B5258D5}"/>
              </a:ext>
            </a:extLst>
          </p:cNvPr>
          <p:cNvSpPr txBox="1"/>
          <p:nvPr/>
        </p:nvSpPr>
        <p:spPr>
          <a:xfrm>
            <a:off x="1590409" y="4014805"/>
            <a:ext cx="3534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Odstranit veškeré zbývající bugy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0C6820-F37A-D236-047C-A988C9BF0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644" y="0"/>
            <a:ext cx="4904356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BC7E1F-2FB5-70FF-B7BA-BD7CA3F6E0E5}"/>
              </a:ext>
            </a:extLst>
          </p:cNvPr>
          <p:cNvSpPr txBox="1"/>
          <p:nvPr/>
        </p:nvSpPr>
        <p:spPr>
          <a:xfrm>
            <a:off x="1590409" y="4570943"/>
            <a:ext cx="2438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Lepší grafiku celkově</a:t>
            </a:r>
          </a:p>
        </p:txBody>
      </p:sp>
    </p:spTree>
    <p:extLst>
      <p:ext uri="{BB962C8B-B14F-4D97-AF65-F5344CB8AC3E}">
        <p14:creationId xmlns:p14="http://schemas.microsoft.com/office/powerpoint/2010/main" val="1099668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053C21-4697-AC30-0EBC-AEFBD488D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15493">
            <a:off x="924519" y="3660456"/>
            <a:ext cx="3895106" cy="2519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43A963-41B1-5647-25E7-C2F5AC81C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93530">
            <a:off x="6430698" y="3323533"/>
            <a:ext cx="3912676" cy="2704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2E02F6-5F56-FCDB-0DC2-113186327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86051">
            <a:off x="1366615" y="1253968"/>
            <a:ext cx="4711365" cy="24090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6F464E-28E5-8F5F-08BD-8F4C614ED994}"/>
              </a:ext>
            </a:extLst>
          </p:cNvPr>
          <p:cNvSpPr txBox="1"/>
          <p:nvPr/>
        </p:nvSpPr>
        <p:spPr>
          <a:xfrm rot="449096">
            <a:off x="4931346" y="744144"/>
            <a:ext cx="6911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000" b="1" dirty="0"/>
              <a:t>Něco k tomu kódu a celý proces</a:t>
            </a:r>
          </a:p>
        </p:txBody>
      </p:sp>
    </p:spTree>
    <p:extLst>
      <p:ext uri="{BB962C8B-B14F-4D97-AF65-F5344CB8AC3E}">
        <p14:creationId xmlns:p14="http://schemas.microsoft.com/office/powerpoint/2010/main" val="710976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603</TotalTime>
  <Words>102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Haunted Mound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Ondřej Lampa</dc:creator>
  <cp:lastModifiedBy>Ondřej Lampa</cp:lastModifiedBy>
  <cp:revision>3</cp:revision>
  <dcterms:created xsi:type="dcterms:W3CDTF">2026-01-13T21:27:42Z</dcterms:created>
  <dcterms:modified xsi:type="dcterms:W3CDTF">2026-04-21T22:53:44Z</dcterms:modified>
</cp:coreProperties>
</file>